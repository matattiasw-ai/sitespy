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8580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920240"/>
            <a:ext cx="8961120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3800" b="1">
                <a:solidFill>
                  <a:srgbClr val="F8FBFF"/>
                </a:solidFill>
                <a:latin typeface="Segoe UI"/>
              </a:rPr>
              <a:t>SiteSpy System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70048"/>
            <a:ext cx="7772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800" b="0">
                <a:solidFill>
                  <a:srgbClr val="A8B6CC"/>
                </a:solidFill>
                <a:latin typeface="Segoe UI"/>
              </a:rPr>
              <a:t>Client Demonstration and Technical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77724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300" b="0">
                <a:solidFill>
                  <a:srgbClr val="A8B6CC"/>
                </a:solidFill>
                <a:latin typeface="Segoe UI"/>
              </a:rPr>
              <a:t>Prepared for Group 2 / client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457200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0">
                <a:solidFill>
                  <a:srgbClr val="7888A3"/>
                </a:solidFill>
                <a:latin typeface="Segoe UI"/>
              </a:rPr>
              <a:t>7 June 2026</a:t>
            </a:r>
          </a:p>
        </p:txBody>
      </p:sp>
      <p:pic>
        <p:nvPicPr>
          <p:cNvPr id="8" name="Picture 7" descr="so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234440"/>
            <a:ext cx="3794760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What was built and why it is ready to present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SiteSpy is an Expo React Native Android app for masonry wall project estimation.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The app supports sign-in, project records, manual estimates, image records, and BOQ-style summaries.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Firebase stores user-owned project, estimate, and wall-image records with owner-based access rules.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The repository includes collaborator ownership, testing, Firebase setup, and final submission documentation.</a:t>
            </a:r>
          </a:p>
        </p:txBody>
      </p:sp>
      <p:pic>
        <p:nvPicPr>
          <p:cNvPr id="8" name="Picture 7" descr="so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234440"/>
            <a:ext cx="521208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Presentation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How the client walkthrough is organized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Problem and project objectives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Solution overview and target users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App walkthrough and core workflows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Architecture, Firebase, data, and security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Member contributions and Git workflow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Testing, build process, demo script, and Q&amp;A</a:t>
            </a:r>
          </a:p>
        </p:txBody>
      </p:sp>
      <p:pic>
        <p:nvPicPr>
          <p:cNvPr id="8" name="Picture 7" descr="member-workstream-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234440"/>
            <a:ext cx="521208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The practical need SiteSpy addresses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Manual construction estimation can be slow, inconsistent, and difficult to present clearly.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Students need visible ownership across a shared project and assigned branches.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Project records must be stored securely and tied to the correct signed-in user.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Presenters need a technical explanation that is accurate and understandable.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What the team set out to deliver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Build a mobile-first Android app using Expo and React Native.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Use Firebase for authentication and user-owned backend records.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Support project creation, manual estimation, image records, and report-ready summaries.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Document collaborator responsibilities, branches, testing, and final submission steps.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Prepare the project for Android demonstration and continued student 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What SiteSpy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Core app workflow in client language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The user signs in to a protected workspace.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The user creates a project for a wall or construction task.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The app captures wall dimensions, unit type, prices, and labour values.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The calculation workflow produces unit counts, mortar allowance, labour, and total cost.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Saved projects and estimates can be reviewed later through history and detail screens.</a:t>
            </a:r>
          </a:p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234440"/>
            <a:ext cx="521208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Target Users and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Who benefits from the system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Students presenting a working mobile app and team contribution structure.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Small builders or estimators who need quick wall quantity and cost estimates.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Demonstration panel members reviewing system design, quality, and maintainability.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Future maintainers continuing from documented branches and service boundaries.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Basic Programming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Client-friendly technical vocabulary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Frontend: the visible mobile interface users tap and read.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Screens: full views such as Login, Dashboard, Manual Estimate, Project Details, and Settings.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Components: reusable UI pieces such as cards, buttons, headers, inputs, and status states.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Services: modules that connect screens to Firebase, storage, reports, and calculations.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Database: Firestore collections that store user-owned app records.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Build process: commands that prepare the app for local use and Android delivery.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Actual stack found in the repository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Expo Managed Workflow and React Native for Android app delivery.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JavaScript and JSX for screens, services, components, and utilities.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React Navigation for auth flow, bottom tabs, project stack, and profile stack.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Firebase Auth, Firestore, and Storage for backend behaviour.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EAS Build profiles for preview APK and production app-bundle paths.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Expo image, font, file-system, image-manipulator, and build-properties libraries.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App Feature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Major implemented areas at a glance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10</a:t>
            </a:r>
          </a:p>
        </p:txBody>
      </p:sp>
      <p:pic>
        <p:nvPicPr>
          <p:cNvPr id="7" name="Picture 6" descr="app-feature-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108356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High-Level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How the system fits together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11</a:t>
            </a:r>
          </a:p>
        </p:txBody>
      </p:sp>
      <p:pic>
        <p:nvPicPr>
          <p:cNvPr id="7" name="Picture 6" descr="high-level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108356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Navigation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Actual navigation files and flows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12</a:t>
            </a:r>
          </a:p>
        </p:txBody>
      </p:sp>
      <p:pic>
        <p:nvPicPr>
          <p:cNvPr id="7" name="Picture 6" descr="navigation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108356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Data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From input to stored result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13</a:t>
            </a:r>
          </a:p>
        </p:txBody>
      </p:sp>
      <p:pic>
        <p:nvPicPr>
          <p:cNvPr id="7" name="Picture 6" descr="data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108356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Firebase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Authentication, records, and storage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14</a:t>
            </a:r>
          </a:p>
        </p:txBody>
      </p:sp>
      <p:pic>
        <p:nvPicPr>
          <p:cNvPr id="7" name="Picture 6" descr="firebase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108356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Database / Collection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Firestore collections used by the app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15</a:t>
            </a:r>
          </a:p>
        </p:txBody>
      </p:sp>
      <p:pic>
        <p:nvPicPr>
          <p:cNvPr id="7" name="Picture 6" descr="database-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108356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Security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How project records are protected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Firestore rules require authentication before app records can be read or written.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Project, estimation, and wall-image records are restricted to the matching userId.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Storage paths are scoped to the authenticated user.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The project check blocks private files such as environment values, credentials, tokens, and raw collaborator secrets.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Firebase values are kept in local .env and loaded through app configuration.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Folder and Codebase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Important repository areas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src/navigation: auth gate, stacks, and bottom tabs.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src/screens: auth, dashboard, project, estimate, image, profile, and settings screens.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src/components: shared mobile UI building blocks.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src/services: Firebase, project, storage, report, auth, and estimate services.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src/utils and src/theme: calculations, validation, formatting, colors, spacing, typography.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docs, assets, functions, hosting, and Firebase config files support delivery and documentation.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User Flow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Typical demonstration sequence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Splash opens while startup state is checked.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Signed-out users choose login, account creation, or password recovery.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Signed-in users land in Dashboard and navigate through bottom tabs.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New Project starts a project file and moves into estimation.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Manual Estimate saves calculations and Estimate Summary presents BOQ lines.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Image Estimate records a wall image and reference measurement.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Profile and Settings close the demo with account and app information.</a:t>
            </a:r>
          </a:p>
        </p:txBody>
      </p:sp>
      <p:pic>
        <p:nvPicPr>
          <p:cNvPr id="8" name="Picture 7" descr="data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234440"/>
            <a:ext cx="521208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Screenshot Walkthrough 1 -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Splash, login, account creation, and recovery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19</a:t>
            </a:r>
          </a:p>
        </p:txBody>
      </p:sp>
      <p:pic>
        <p:nvPicPr>
          <p:cNvPr id="7" name="Picture 6" descr="spl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5166360" cy="4343400"/>
          </a:xfrm>
          <a:prstGeom prst="rect">
            <a:avLst/>
          </a:prstGeom>
        </p:spPr>
      </p:pic>
      <p:pic>
        <p:nvPicPr>
          <p:cNvPr id="8" name="Picture 7" descr="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234440"/>
            <a:ext cx="5166360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5595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8FBFF"/>
                </a:solidFill>
                <a:latin typeface="Segoe UI"/>
              </a:defRPr>
            </a:pPr>
            <a:r>
              <a:t>• Splash prepares app startup.</a:t>
            </a:r>
          </a:p>
          <a:p>
            <a:pPr>
              <a:spcAft>
                <a:spcPts val="400"/>
              </a:spcAft>
              <a:defRPr sz="1200">
                <a:solidFill>
                  <a:srgbClr val="F8FBFF"/>
                </a:solidFill>
                <a:latin typeface="Segoe UI"/>
              </a:defRPr>
            </a:pPr>
            <a:r>
              <a:t>• Login supports email/password and email-link sign-in.</a:t>
            </a:r>
          </a:p>
          <a:p>
            <a:pPr>
              <a:spcAft>
                <a:spcPts val="400"/>
              </a:spcAft>
              <a:defRPr sz="1200">
                <a:solidFill>
                  <a:srgbClr val="F8FBFF"/>
                </a:solidFill>
                <a:latin typeface="Segoe UI"/>
              </a:defRPr>
            </a:pPr>
            <a:r>
              <a:t>• Register creates a Firebase-backed account profile.</a:t>
            </a:r>
          </a:p>
          <a:p>
            <a:pPr>
              <a:spcAft>
                <a:spcPts val="400"/>
              </a:spcAft>
              <a:defRPr sz="1200">
                <a:solidFill>
                  <a:srgbClr val="F8FBFF"/>
                </a:solidFill>
                <a:latin typeface="Segoe UI"/>
              </a:defRPr>
            </a:pPr>
            <a:r>
              <a:t>• Forgot Password sends a Firebase reset email.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Screenshot Walkthrough 2 - Dashboard and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Project visibility after sign-in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20</a:t>
            </a:r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5166360" cy="4343400"/>
          </a:xfrm>
          <a:prstGeom prst="rect">
            <a:avLst/>
          </a:prstGeom>
        </p:spPr>
      </p:pic>
      <p:pic>
        <p:nvPicPr>
          <p:cNvPr id="8" name="Picture 7" descr="project-his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234440"/>
            <a:ext cx="5166360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5595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8FBFF"/>
                </a:solidFill>
                <a:latin typeface="Segoe UI"/>
              </a:defRPr>
            </a:pPr>
            <a:r>
              <a:t>• Dashboard summarizes projects, estimations, masonry units, and total estimate value.</a:t>
            </a:r>
          </a:p>
          <a:p>
            <a:pPr>
              <a:spcAft>
                <a:spcPts val="400"/>
              </a:spcAft>
              <a:defRPr sz="1200">
                <a:solidFill>
                  <a:srgbClr val="F8FBFF"/>
                </a:solidFill>
                <a:latin typeface="Segoe UI"/>
              </a:defRPr>
            </a:pPr>
            <a:r>
              <a:t>• Project History lists saved project files.</a:t>
            </a:r>
          </a:p>
          <a:p>
            <a:pPr>
              <a:spcAft>
                <a:spcPts val="400"/>
              </a:spcAft>
              <a:defRPr sz="1200">
                <a:solidFill>
                  <a:srgbClr val="F8FBFF"/>
                </a:solidFill>
                <a:latin typeface="Segoe UI"/>
              </a:defRPr>
            </a:pPr>
            <a:r>
              <a:t>• Project Details connects project notes, saved estimates, image records, and actions.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Screenshot Walkthrough 3 - Estimation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Project creation, manual estimate, and summary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21</a:t>
            </a:r>
          </a:p>
        </p:txBody>
      </p:sp>
      <p:pic>
        <p:nvPicPr>
          <p:cNvPr id="7" name="Picture 6" descr="new-proj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5166360" cy="4343400"/>
          </a:xfrm>
          <a:prstGeom prst="rect">
            <a:avLst/>
          </a:prstGeom>
        </p:spPr>
      </p:pic>
      <p:pic>
        <p:nvPicPr>
          <p:cNvPr id="8" name="Picture 7" descr="manual-estim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234440"/>
            <a:ext cx="5166360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5595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8FBFF"/>
                </a:solidFill>
                <a:latin typeface="Segoe UI"/>
              </a:defRPr>
            </a:pPr>
            <a:r>
              <a:t>• New Project captures the field file.</a:t>
            </a:r>
          </a:p>
          <a:p>
            <a:pPr>
              <a:spcAft>
                <a:spcPts val="400"/>
              </a:spcAft>
              <a:defRPr sz="1200">
                <a:solidFill>
                  <a:srgbClr val="F8FBFF"/>
                </a:solidFill>
                <a:latin typeface="Segoe UI"/>
              </a:defRPr>
            </a:pPr>
            <a:r>
              <a:t>• Manual Estimate collects wall and costing inputs.</a:t>
            </a:r>
          </a:p>
          <a:p>
            <a:pPr>
              <a:spcAft>
                <a:spcPts val="400"/>
              </a:spcAft>
              <a:defRPr sz="1200">
                <a:solidFill>
                  <a:srgbClr val="F8FBFF"/>
                </a:solidFill>
                <a:latin typeface="Segoe UI"/>
              </a:defRPr>
            </a:pPr>
            <a:r>
              <a:t>• Estimate Summary presents BOQ-style line items and totals.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Screenshot Walkthrough 4 - Image Estimate and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Image-assisted project evidence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22</a:t>
            </a:r>
          </a:p>
        </p:txBody>
      </p:sp>
      <p:pic>
        <p:nvPicPr>
          <p:cNvPr id="7" name="Picture 6" descr="image-estim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5166360" cy="4343400"/>
          </a:xfrm>
          <a:prstGeom prst="rect">
            <a:avLst/>
          </a:prstGeom>
        </p:spPr>
      </p:pic>
      <p:pic>
        <p:nvPicPr>
          <p:cNvPr id="8" name="Picture 7" descr="project-detai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234440"/>
            <a:ext cx="5166360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5595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8FBFF"/>
                </a:solidFill>
                <a:latin typeface="Segoe UI"/>
              </a:defRPr>
            </a:pPr>
            <a:r>
              <a:t>• The image screen supports gallery or camera selection.</a:t>
            </a:r>
          </a:p>
          <a:p>
            <a:pPr>
              <a:spcAft>
                <a:spcPts val="400"/>
              </a:spcAft>
              <a:defRPr sz="1200">
                <a:solidFill>
                  <a:srgbClr val="F8FBFF"/>
                </a:solidFill>
                <a:latin typeface="Segoe UI"/>
              </a:defRPr>
            </a:pPr>
            <a:r>
              <a:t>• A real reference measurement is captured with the image record.</a:t>
            </a:r>
          </a:p>
          <a:p>
            <a:pPr>
              <a:spcAft>
                <a:spcPts val="400"/>
              </a:spcAft>
              <a:defRPr sz="1200">
                <a:solidFill>
                  <a:srgbClr val="F8FBFF"/>
                </a:solidFill>
                <a:latin typeface="Segoe UI"/>
              </a:defRPr>
            </a:pPr>
            <a:r>
              <a:t>• The app stores image metadata linked to the project and user.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Screenshot Walkthrough 5 - Profile and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Account and app information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23</a:t>
            </a:r>
          </a:p>
        </p:txBody>
      </p:sp>
      <p:pic>
        <p:nvPicPr>
          <p:cNvPr id="7" name="Picture 6" descr="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5166360" cy="4343400"/>
          </a:xfrm>
          <a:prstGeom prst="rect">
            <a:avLst/>
          </a:prstGeom>
        </p:spPr>
      </p:pic>
      <p:pic>
        <p:nvPicPr>
          <p:cNvPr id="8" name="Picture 7" descr="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234440"/>
            <a:ext cx="5166360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5595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8FBFF"/>
                </a:solidFill>
                <a:latin typeface="Segoe UI"/>
              </a:defRPr>
            </a:pPr>
            <a:r>
              <a:t>• Profile shows account identity details.</a:t>
            </a:r>
          </a:p>
          <a:p>
            <a:pPr>
              <a:spcAft>
                <a:spcPts val="400"/>
              </a:spcAft>
              <a:defRPr sz="1200">
                <a:solidFill>
                  <a:srgbClr val="F8FBFF"/>
                </a:solidFill>
                <a:latin typeface="Segoe UI"/>
              </a:defRPr>
            </a:pPr>
            <a:r>
              <a:t>• Settings includes preferences and Android target information.</a:t>
            </a:r>
          </a:p>
          <a:p>
            <a:pPr>
              <a:spcAft>
                <a:spcPts val="400"/>
              </a:spcAft>
              <a:defRPr sz="1200">
                <a:solidFill>
                  <a:srgbClr val="F8FBFF"/>
                </a:solidFill>
                <a:latin typeface="Segoe UI"/>
              </a:defRPr>
            </a:pPr>
            <a:r>
              <a:t>• Logout clears the signed-in session and sensitive local state.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Estimation Logic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How calculations are produced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24</a:t>
            </a:r>
          </a:p>
        </p:txBody>
      </p:sp>
      <p:pic>
        <p:nvPicPr>
          <p:cNvPr id="7" name="Picture 6" descr="estimation-log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108356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BOQ / Report Summary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Why the result is presenter-friendly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Masonry units are listed as a material line item.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Mortar allowance is calculated and priced separately.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Labour is calculated from wall area and labour rate.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The total cost is the sum of material, mortar, and labour costs.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The summary format helps presenters discuss project cost in a structured way.</a:t>
            </a:r>
          </a:p>
        </p:txBody>
      </p:sp>
      <p:pic>
        <p:nvPicPr>
          <p:cNvPr id="8" name="Picture 7" descr="estimate-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234440"/>
            <a:ext cx="521208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Collaboration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How student ownership is documented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Collaborator mapping stores names, GitHub identities, emails, and departments where recorded.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Task allocation maps each student to a branch, workstream, contribution area, and deliverable.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Git workflow notes define branch and pull request expectations.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Private values such as passwords and tokens are redacted and excluded from presentation content.</a:t>
            </a:r>
          </a:p>
        </p:txBody>
      </p:sp>
      <p:pic>
        <p:nvPicPr>
          <p:cNvPr id="8" name="Picture 7" descr="Collaborators_Department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234440"/>
            <a:ext cx="521208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Git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How students continue work safely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27</a:t>
            </a:r>
          </a:p>
        </p:txBody>
      </p:sp>
      <p:pic>
        <p:nvPicPr>
          <p:cNvPr id="7" name="Picture 6" descr="git-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1083564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Member Contribution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Documented branch ownership by workstream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2011680" cy="384048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4864" cy="38404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280160"/>
            <a:ext cx="17373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Member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143000"/>
            <a:ext cx="2103120" cy="384048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8880" y="1143000"/>
            <a:ext cx="54864" cy="38404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1280160"/>
            <a:ext cx="18288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GitHub / identity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143000"/>
            <a:ext cx="2788920" cy="384048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1143000"/>
            <a:ext cx="54864" cy="38404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2312" y="1280160"/>
            <a:ext cx="2514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Branch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59" y="114300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59" y="1143000"/>
            <a:ext cx="54864" cy="38404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6951" y="1280160"/>
            <a:ext cx="2331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Area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618488"/>
            <a:ext cx="201168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" y="1682496"/>
            <a:ext cx="194767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Tunacky Kandere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1618488"/>
            <a:ext cx="21031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05456" y="1682496"/>
            <a:ext cx="20391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tunackykandere-lab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1618488"/>
            <a:ext cx="27889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54296" y="1682496"/>
            <a:ext cx="27249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mobile/kandere-ndl-navigation-shell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59" y="1618488"/>
            <a:ext cx="260604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88935" y="1682496"/>
            <a:ext cx="254203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Navigation shell and app layout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075688"/>
            <a:ext cx="201168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" y="2139696"/>
            <a:ext cx="194767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Kavakuru Metarere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2075688"/>
            <a:ext cx="21031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05456" y="2139696"/>
            <a:ext cx="20391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Kavakuru-Metarere7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2075688"/>
            <a:ext cx="27889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54296" y="2139696"/>
            <a:ext cx="27249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mobile/metare-k-auth-screens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59" y="2075688"/>
            <a:ext cx="260604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88935" y="2139696"/>
            <a:ext cx="254203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Authentication screens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2532888"/>
            <a:ext cx="201168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" y="2596896"/>
            <a:ext cx="194767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Nambuli NN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0" y="2532888"/>
            <a:ext cx="21031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05456" y="2596896"/>
            <a:ext cx="20391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documented branch owner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17720" y="2532888"/>
            <a:ext cx="27889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54296" y="2596896"/>
            <a:ext cx="27249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mobile/nambuli-nn-dashboard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52359" y="2532888"/>
            <a:ext cx="260604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88935" y="2596896"/>
            <a:ext cx="254203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Dashboard experience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2990088"/>
            <a:ext cx="201168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6" y="3054096"/>
            <a:ext cx="194767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Mathias Jonas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68880" y="2990088"/>
            <a:ext cx="21031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05456" y="3054096"/>
            <a:ext cx="20391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Mathias4040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17720" y="2990088"/>
            <a:ext cx="27889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54296" y="3054096"/>
            <a:ext cx="27249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mobile/jonas-mm-project-history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52359" y="2990088"/>
            <a:ext cx="260604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88935" y="3054096"/>
            <a:ext cx="254203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Project history and details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3447288"/>
            <a:ext cx="201168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8056" y="3511296"/>
            <a:ext cx="194767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Emilly Ndapuka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68880" y="3447288"/>
            <a:ext cx="21031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05456" y="3511296"/>
            <a:ext cx="20391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emilly20-06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17720" y="3447288"/>
            <a:ext cx="27889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54296" y="3511296"/>
            <a:ext cx="27249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mobile/ndapuka-eii-manual-estimation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52359" y="3447288"/>
            <a:ext cx="260604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88935" y="3511296"/>
            <a:ext cx="254203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Manual estimation forms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3904487"/>
            <a:ext cx="201168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8056" y="3968496"/>
            <a:ext cx="194767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Amalia Mangundu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468880" y="3904487"/>
            <a:ext cx="21031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05456" y="3968496"/>
            <a:ext cx="20391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amaliamangundu-tech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17720" y="3904487"/>
            <a:ext cx="27889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54296" y="3968496"/>
            <a:ext cx="27249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mobile/mangundu-a-profile-settings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52359" y="3904487"/>
            <a:ext cx="260604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88935" y="3968496"/>
            <a:ext cx="254203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Profile and settings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4361688"/>
            <a:ext cx="201168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8056" y="4425696"/>
            <a:ext cx="194767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Johannes Kandjeke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468880" y="4361688"/>
            <a:ext cx="21031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05456" y="4425696"/>
            <a:ext cx="20391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Kandjekejohannes54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617720" y="4361688"/>
            <a:ext cx="27889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54296" y="4425696"/>
            <a:ext cx="27249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mobile/kandjeke-jm-responsive-testing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52359" y="4361688"/>
            <a:ext cx="260604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88935" y="4425696"/>
            <a:ext cx="254203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Android responsive testing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4818888"/>
            <a:ext cx="201168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8056" y="4882896"/>
            <a:ext cx="194767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Hilma Shuumbwa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468880" y="4818888"/>
            <a:ext cx="21031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505456" y="4882896"/>
            <a:ext cx="20391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hilma-shuumbwa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17720" y="4818888"/>
            <a:ext cx="27889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54296" y="4882896"/>
            <a:ext cx="27249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firebase/shuumbwa-hmn-project-setup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52359" y="4818888"/>
            <a:ext cx="260604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88935" y="4882896"/>
            <a:ext cx="254203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Expo and Firebase setup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1480" y="5276088"/>
            <a:ext cx="201168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8056" y="5340096"/>
            <a:ext cx="194767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Petrus Hamukwaya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468880" y="5276088"/>
            <a:ext cx="21031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505456" y="5340096"/>
            <a:ext cx="20391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ramuntu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617720" y="5276088"/>
            <a:ext cx="27889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654296" y="5340096"/>
            <a:ext cx="27249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firebase/hamukwaya-pnp-auth-rules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52359" y="5276088"/>
            <a:ext cx="260604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488935" y="5340096"/>
            <a:ext cx="254203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Authentication rules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263640" y="1143000"/>
            <a:ext cx="2011680" cy="384048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263640" y="1143000"/>
            <a:ext cx="54864" cy="38404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28231" y="1280160"/>
            <a:ext cx="17373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Member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321040" y="1143000"/>
            <a:ext cx="2103120" cy="384048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21040" y="1143000"/>
            <a:ext cx="54864" cy="38404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485632" y="1280160"/>
            <a:ext cx="18288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GitHub / identity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469880" y="1143000"/>
            <a:ext cx="2788920" cy="384048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469880" y="1143000"/>
            <a:ext cx="54864" cy="38404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634472" y="1280160"/>
            <a:ext cx="25146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Branch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3304519" y="1143000"/>
            <a:ext cx="2606040" cy="384048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3304519" y="1143000"/>
            <a:ext cx="54864" cy="38404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3469111" y="1280160"/>
            <a:ext cx="23317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Area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263640" y="1618488"/>
            <a:ext cx="201168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00216" y="1682496"/>
            <a:ext cx="194767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Karl Hamberera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321040" y="1618488"/>
            <a:ext cx="21031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57615" y="1682496"/>
            <a:ext cx="20391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Karlhamberera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469880" y="1618488"/>
            <a:ext cx="27889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506455" y="1682496"/>
            <a:ext cx="27249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firebase/hamberera-mkp-firestore-models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3304519" y="1618488"/>
            <a:ext cx="260604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3341095" y="1682496"/>
            <a:ext cx="254203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Firestore data model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263640" y="2075688"/>
            <a:ext cx="201168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300216" y="2139696"/>
            <a:ext cx="194767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Washington Matattias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21040" y="2075688"/>
            <a:ext cx="21031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357615" y="2139696"/>
            <a:ext cx="20391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matattiasw-ai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469880" y="2075688"/>
            <a:ext cx="27889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506455" y="2139696"/>
            <a:ext cx="27249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firebase/matattias-w-integration-review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3304519" y="2075688"/>
            <a:ext cx="260604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3341095" y="2139696"/>
            <a:ext cx="254203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Repository and release review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263640" y="2532888"/>
            <a:ext cx="201168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300216" y="2596896"/>
            <a:ext cx="194767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Klaudia Kambowe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321040" y="2532888"/>
            <a:ext cx="21031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357615" y="2596896"/>
            <a:ext cx="20391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kambowe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469880" y="2532888"/>
            <a:ext cx="27889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506455" y="2596896"/>
            <a:ext cx="27249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firebase/kambowe-kn-project-services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3304519" y="2532888"/>
            <a:ext cx="260604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3341095" y="2596896"/>
            <a:ext cx="254203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Project services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263640" y="2990088"/>
            <a:ext cx="201168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300216" y="3054096"/>
            <a:ext cx="194767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Martha Heita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321040" y="2990088"/>
            <a:ext cx="21031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357615" y="3054096"/>
            <a:ext cx="20391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marthandilimengungo-dotcom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469880" y="2990088"/>
            <a:ext cx="27889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0506455" y="3054096"/>
            <a:ext cx="27249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firebase/heita-mn-validation-errors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3304519" y="2990088"/>
            <a:ext cx="260604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3341095" y="3054096"/>
            <a:ext cx="254203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Validation and errors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263640" y="3447288"/>
            <a:ext cx="201168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00216" y="3511296"/>
            <a:ext cx="194767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Michael Kazundire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321040" y="3447288"/>
            <a:ext cx="21031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357615" y="3511296"/>
            <a:ext cx="20391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IcyBeibi68023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469880" y="3447288"/>
            <a:ext cx="27889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506455" y="3511296"/>
            <a:ext cx="27249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firebase/tjatindi-mk-security-review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3304519" y="3447288"/>
            <a:ext cx="260604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3341095" y="3511296"/>
            <a:ext cx="254203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Firebase rules review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263640" y="3904487"/>
            <a:ext cx="201168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300216" y="3968496"/>
            <a:ext cx="194767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Beatha Haipumbu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321040" y="3904487"/>
            <a:ext cx="21031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357615" y="3968496"/>
            <a:ext cx="20391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beathapawana-dot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469880" y="3904487"/>
            <a:ext cx="27889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506455" y="3968496"/>
            <a:ext cx="27249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firebase/haipumbu-bnp-estimation-workflow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3304519" y="3904487"/>
            <a:ext cx="260604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341095" y="3968496"/>
            <a:ext cx="254203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Estimation workflow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263640" y="4361688"/>
            <a:ext cx="201168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300216" y="4425696"/>
            <a:ext cx="194767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Valentina Correia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8321040" y="4361688"/>
            <a:ext cx="21031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357615" y="4425696"/>
            <a:ext cx="20391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Valentina-Correia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0469880" y="4361688"/>
            <a:ext cx="27889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506455" y="4425696"/>
            <a:ext cx="27249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firebase/correia-vp-summary-export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3304519" y="4361688"/>
            <a:ext cx="260604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3341095" y="4425696"/>
            <a:ext cx="254203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Summary formatting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263640" y="4818888"/>
            <a:ext cx="201168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300216" y="4882896"/>
            <a:ext cx="194767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Hilda Iita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321040" y="4818888"/>
            <a:ext cx="21031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357615" y="4882896"/>
            <a:ext cx="20391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next-GenCoder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10469880" y="4818888"/>
            <a:ext cx="27889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506455" y="4882896"/>
            <a:ext cx="27249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firebase/iita-hn-quality-checks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3304519" y="4818888"/>
            <a:ext cx="260604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3341095" y="4882896"/>
            <a:ext cx="254203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App checks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263640" y="5276088"/>
            <a:ext cx="201168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300216" y="5340096"/>
            <a:ext cx="194767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Linus Shikongo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321040" y="5276088"/>
            <a:ext cx="21031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357615" y="5340096"/>
            <a:ext cx="20391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Linus45-blid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0469880" y="5276088"/>
            <a:ext cx="278892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0506455" y="5340096"/>
            <a:ext cx="272491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firebase/shikongo-lik-eas-deployment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3304519" y="5276088"/>
            <a:ext cx="2606040" cy="438912"/>
          </a:xfrm>
          <a:prstGeom prst="rect">
            <a:avLst/>
          </a:prstGeom>
          <a:solidFill>
            <a:srgbClr val="16243A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3341095" y="5340096"/>
            <a:ext cx="2542032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700" b="0">
                <a:solidFill>
                  <a:srgbClr val="F8FBFF"/>
                </a:solidFill>
                <a:latin typeface="Segoe UI"/>
              </a:rPr>
              <a:t>EAS deployment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Member Contribution: Tunacky Kandere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Navigation shell and app layout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017520" cy="1965960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" cy="1965960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45920"/>
            <a:ext cx="2743200" cy="139903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A8B6CC"/>
                </a:solidFill>
                <a:latin typeface="Segoe UI"/>
              </a:rPr>
              <a:t>GitHub / identity: tunackykandere-lab
Branch: mobile/kandere-ndl-navigation-shell
Workstream: Mobile UI
Status: Assigned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143000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What this member worked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0876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Auth-gated navigation structure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Bottom-tab and stack layout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Android portrait app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18688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Why it mattered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8444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makes the app easy to move through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separates auth, project, and profile workflows</a:t>
            </a:r>
          </a:p>
        </p:txBody>
      </p:sp>
      <p:pic>
        <p:nvPicPr>
          <p:cNvPr id="15" name="Picture 14" descr="tunacky-kand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43000"/>
            <a:ext cx="4480560" cy="3337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4526280"/>
            <a:ext cx="4389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50" b="0">
                <a:solidFill>
                  <a:srgbClr val="7888A3"/>
                </a:solidFill>
                <a:latin typeface="Segoe UI"/>
              </a:rPr>
              <a:t>Visual evidence: assigned app area or subsystem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6070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25C7F7"/>
                </a:solidFill>
                <a:latin typeface="Segoe UI"/>
              </a:rPr>
              <a:t>Presenter note: Explain that this contribution supports makes the app easy to move through.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Member Contribution: Kavakuru Metarere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Authentication screens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017520" cy="1965960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" cy="1965960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45920"/>
            <a:ext cx="2743200" cy="139903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A8B6CC"/>
                </a:solidFill>
                <a:latin typeface="Segoe UI"/>
              </a:rPr>
              <a:t>GitHub / identity: Kavakuru-Metarere7
Branch: mobile/metare-k-auth-screens
Workstream: Mobile UI
Status: Assigned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143000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What this member worked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0876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Login, register, and recovery screens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Validation-ready account entry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Firebase sign-in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18688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Why it mattered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8444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protects access to user-owned records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gives the demo a complete account flow</a:t>
            </a:r>
          </a:p>
        </p:txBody>
      </p:sp>
      <p:pic>
        <p:nvPicPr>
          <p:cNvPr id="15" name="Picture 14" descr="kavakuru-metar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43000"/>
            <a:ext cx="4480560" cy="3337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4526280"/>
            <a:ext cx="4389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50" b="0">
                <a:solidFill>
                  <a:srgbClr val="7888A3"/>
                </a:solidFill>
                <a:latin typeface="Segoe UI"/>
              </a:rPr>
              <a:t>Visual evidence: assigned app area or subsystem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6070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25C7F7"/>
                </a:solidFill>
                <a:latin typeface="Segoe UI"/>
              </a:rPr>
              <a:t>Presenter note: Explain that this contribution supports protects access to user-owned records.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Member Contribution: Nambuli 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Dashboard experience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017520" cy="1965960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" cy="1965960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45920"/>
            <a:ext cx="2743200" cy="139903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A8B6CC"/>
                </a:solidFill>
                <a:latin typeface="Segoe UI"/>
              </a:rPr>
              <a:t>GitHub / identity: documented branch owner
Branch: mobile/nambuli-nn-dashboard
Workstream: Mobile UI
Status: Assigned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143000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What this member worked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0876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Project metrics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Recent projects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Empty and loading states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18688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Why it mattered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8444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shows system value immediately after sign-in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turns saved data into presentation metrics</a:t>
            </a:r>
          </a:p>
        </p:txBody>
      </p:sp>
      <p:pic>
        <p:nvPicPr>
          <p:cNvPr id="15" name="Picture 14" descr="nambuli-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43000"/>
            <a:ext cx="4480560" cy="3337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4526280"/>
            <a:ext cx="4389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50" b="0">
                <a:solidFill>
                  <a:srgbClr val="7888A3"/>
                </a:solidFill>
                <a:latin typeface="Segoe UI"/>
              </a:rPr>
              <a:t>Visual evidence: assigned app area or subsystem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6070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25C7F7"/>
                </a:solidFill>
                <a:latin typeface="Segoe UI"/>
              </a:rPr>
              <a:t>Presenter note: Explain that this contribution supports shows system value immediately after sign-in.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Member Contribution: Mathias Jonas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Project history and details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017520" cy="1965960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" cy="1965960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45920"/>
            <a:ext cx="2743200" cy="139903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A8B6CC"/>
                </a:solidFill>
                <a:latin typeface="Segoe UI"/>
              </a:rPr>
              <a:t>GitHub / identity: Mathias4040
Branch: mobile/jonas-mm-project-history
Workstream: Mobile UI
Status: Assigned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143000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What this member worked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0876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Saved project browsing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Detail review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Edit/delete and estimate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18688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Why it mattered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8444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lets users reopen and manage saved field files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connects estimates and images to each project</a:t>
            </a:r>
          </a:p>
        </p:txBody>
      </p:sp>
      <p:pic>
        <p:nvPicPr>
          <p:cNvPr id="15" name="Picture 14" descr="mathias-jon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43000"/>
            <a:ext cx="4480560" cy="3337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4526280"/>
            <a:ext cx="4389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50" b="0">
                <a:solidFill>
                  <a:srgbClr val="7888A3"/>
                </a:solidFill>
                <a:latin typeface="Segoe UI"/>
              </a:rPr>
              <a:t>Visual evidence: assigned app area or subsystem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6070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25C7F7"/>
                </a:solidFill>
                <a:latin typeface="Segoe UI"/>
              </a:rPr>
              <a:t>Presenter note: Explain that this contribution supports lets users reopen and manage saved field files.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Member Contribution: Emilly Ndapuka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Manual estimation forms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017520" cy="1965960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" cy="1965960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45920"/>
            <a:ext cx="2743200" cy="139903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A8B6CC"/>
                </a:solidFill>
                <a:latin typeface="Segoe UI"/>
              </a:rPr>
              <a:t>GitHub / identity: emilly20-06
Branch: mobile/ndapuka-eii-manual-estimation
Workstream: Mobile UI
Status: Assigned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143000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What this member worked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0876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Wall input experience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Calculation preview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Save estimate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18688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Why it mattered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8444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turns construction inputs into repeatable calculations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supports the main value of the app</a:t>
            </a:r>
          </a:p>
        </p:txBody>
      </p:sp>
      <p:pic>
        <p:nvPicPr>
          <p:cNvPr id="15" name="Picture 14" descr="emilly-ndapu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43000"/>
            <a:ext cx="4480560" cy="3337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4526280"/>
            <a:ext cx="4389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50" b="0">
                <a:solidFill>
                  <a:srgbClr val="7888A3"/>
                </a:solidFill>
                <a:latin typeface="Segoe UI"/>
              </a:rPr>
              <a:t>Visual evidence: assigned app area or subsystem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6070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25C7F7"/>
                </a:solidFill>
                <a:latin typeface="Segoe UI"/>
              </a:rPr>
              <a:t>Presenter note: Explain that this contribution supports turns construction inputs into repeatable calculations.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Member Contribution: Amalia Mangundu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Profile and settings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017520" cy="1965960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" cy="1965960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45920"/>
            <a:ext cx="2743200" cy="139903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A8B6CC"/>
                </a:solidFill>
                <a:latin typeface="Segoe UI"/>
              </a:rPr>
              <a:t>GitHub / identity: amaliamangundu-tech
Branch: mobile/mangundu-a-profile-settings
Workstream: Mobile UI
Status: Assigned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143000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What this member worked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0876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Account view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Settings screen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Logout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18688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Why it mattered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8444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gives users account control and logout access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rounds out the protected app experience</a:t>
            </a:r>
          </a:p>
        </p:txBody>
      </p:sp>
      <p:pic>
        <p:nvPicPr>
          <p:cNvPr id="15" name="Picture 14" descr="amalia-mangund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43000"/>
            <a:ext cx="4480560" cy="3337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4526280"/>
            <a:ext cx="4389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50" b="0">
                <a:solidFill>
                  <a:srgbClr val="7888A3"/>
                </a:solidFill>
                <a:latin typeface="Segoe UI"/>
              </a:rPr>
              <a:t>Visual evidence: assigned app area or subsystem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6070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25C7F7"/>
                </a:solidFill>
                <a:latin typeface="Segoe UI"/>
              </a:rPr>
              <a:t>Presenter note: Explain that this contribution supports gives users account control and logout access.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Member Contribution: Johannes Kandjeke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Android responsive testing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017520" cy="1965960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" cy="1965960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45920"/>
            <a:ext cx="2743200" cy="139903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A8B6CC"/>
                </a:solidFill>
                <a:latin typeface="Segoe UI"/>
              </a:rPr>
              <a:t>GitHub / identity: Kandjekejohannes54
Branch: mobile/kandjeke-jm-responsive-testing
Workstream: Mobile QA
Status: Assigned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143000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What this member worked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0876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Portrait spacing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Keyboard behaviour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Touch-target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18688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Why it mattered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8444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improves readability on portrait Android screens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supports reliable live demonstration</a:t>
            </a:r>
          </a:p>
        </p:txBody>
      </p:sp>
      <p:pic>
        <p:nvPicPr>
          <p:cNvPr id="15" name="Picture 14" descr="johannes-kandje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43000"/>
            <a:ext cx="4480560" cy="3337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4526280"/>
            <a:ext cx="4389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50" b="0">
                <a:solidFill>
                  <a:srgbClr val="7888A3"/>
                </a:solidFill>
                <a:latin typeface="Segoe UI"/>
              </a:rPr>
              <a:t>Visual evidence: assigned app area or subsystem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6070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25C7F7"/>
                </a:solidFill>
                <a:latin typeface="Segoe UI"/>
              </a:rPr>
              <a:t>Presenter note: Explain that this contribution supports improves readability on portrait Android screens.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Member Contribution: Hilma Shuumbwa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Expo and Firebase setup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017520" cy="1965960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" cy="1965960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45920"/>
            <a:ext cx="2743200" cy="139903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A8B6CC"/>
                </a:solidFill>
                <a:latin typeface="Segoe UI"/>
              </a:rPr>
              <a:t>GitHub / identity: hilma-shuumbwa
Branch: firebase/shuumbwa-hmn-project-setup
Workstream: Firebase
Status: Assigned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143000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What this member worked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0876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Firebase config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Expo app settings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Android package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18688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Why it mattered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8444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provides the foundation for app startup and backend connection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makes configuration traceable</a:t>
            </a:r>
          </a:p>
        </p:txBody>
      </p:sp>
      <p:pic>
        <p:nvPicPr>
          <p:cNvPr id="15" name="Picture 14" descr="hilma-shuumbw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43000"/>
            <a:ext cx="4480560" cy="3337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4526280"/>
            <a:ext cx="4389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50" b="0">
                <a:solidFill>
                  <a:srgbClr val="7888A3"/>
                </a:solidFill>
                <a:latin typeface="Segoe UI"/>
              </a:rPr>
              <a:t>Visual evidence: assigned app area or subsystem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6070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25C7F7"/>
                </a:solidFill>
                <a:latin typeface="Segoe UI"/>
              </a:rPr>
              <a:t>Presenter note: Explain that this contribution supports provides the foundation for app startup and backend connection.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Member Contribution: Petrus Hamukwaya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Authentication rules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017520" cy="1965960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" cy="1965960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45920"/>
            <a:ext cx="2743200" cy="139903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A8B6CC"/>
                </a:solidFill>
                <a:latin typeface="Segoe UI"/>
              </a:rPr>
              <a:t>GitHub / identity: ramuntu
Branch: firebase/hamukwaya-pnp-auth-rules
Workstream: Firebase
Status: Assigned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143000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What this member worked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0876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Auth behaviour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Account ownership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Protected record assumptions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18688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Why it mattered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8444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keeps sign-in behaviour aligned with Firebase Auth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supports secure account-linked data</a:t>
            </a:r>
          </a:p>
        </p:txBody>
      </p:sp>
      <p:pic>
        <p:nvPicPr>
          <p:cNvPr id="15" name="Picture 14" descr="petrus-hamukway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43000"/>
            <a:ext cx="4480560" cy="3337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4526280"/>
            <a:ext cx="4389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50" b="0">
                <a:solidFill>
                  <a:srgbClr val="7888A3"/>
                </a:solidFill>
                <a:latin typeface="Segoe UI"/>
              </a:rPr>
              <a:t>Visual evidence: assigned app area or subsystem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6070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25C7F7"/>
                </a:solidFill>
                <a:latin typeface="Segoe UI"/>
              </a:rPr>
              <a:t>Presenter note: Explain that this contribution supports keeps sign-in behaviour aligned with Firebase Auth.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Member Contribution: Karl Hamberera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Firestore data model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017520" cy="1965960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" cy="1965960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45920"/>
            <a:ext cx="2743200" cy="139903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A8B6CC"/>
                </a:solidFill>
                <a:latin typeface="Segoe UI"/>
              </a:rPr>
              <a:t>GitHub / identity: Karlhamberera
Branch: firebase/hamberera-mkp-firestore-models
Workstream: Firebase
Status: Assigned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143000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What this member worked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0876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Collection structure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Owner fields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Linked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18688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Why it mattered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8444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defines how records are organized and linked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supports project history and summaries</a:t>
            </a:r>
          </a:p>
        </p:txBody>
      </p:sp>
      <p:pic>
        <p:nvPicPr>
          <p:cNvPr id="15" name="Picture 14" descr="karl-hamber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43000"/>
            <a:ext cx="4480560" cy="3337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4526280"/>
            <a:ext cx="4389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50" b="0">
                <a:solidFill>
                  <a:srgbClr val="7888A3"/>
                </a:solidFill>
                <a:latin typeface="Segoe UI"/>
              </a:rPr>
              <a:t>Visual evidence: assigned app area or subsystem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6070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25C7F7"/>
                </a:solidFill>
                <a:latin typeface="Segoe UI"/>
              </a:rPr>
              <a:t>Presenter note: Explain that this contribution supports defines how records are organized and linked.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Member Contribution: Washington Matattias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Repository and release review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017520" cy="1965960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" cy="1965960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45920"/>
            <a:ext cx="2743200" cy="139903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A8B6CC"/>
                </a:solidFill>
                <a:latin typeface="Segoe UI"/>
              </a:rPr>
              <a:t>GitHub / identity: matattiasw-ai
Branch: firebase/matattias-w-integration-review
Workstream: Integration
Status: Assigned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143000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What this member worked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0876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Integration checks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Project check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Release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18688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Why it mattered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8444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keeps integration checks visible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reduces risk before presentation and build</a:t>
            </a:r>
          </a:p>
        </p:txBody>
      </p:sp>
      <p:pic>
        <p:nvPicPr>
          <p:cNvPr id="15" name="Picture 14" descr="washington-matatt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43000"/>
            <a:ext cx="4480560" cy="3337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4526280"/>
            <a:ext cx="4389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50" b="0">
                <a:solidFill>
                  <a:srgbClr val="7888A3"/>
                </a:solidFill>
                <a:latin typeface="Segoe UI"/>
              </a:rPr>
              <a:t>Visual evidence: assigned app area or subsystem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6070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25C7F7"/>
                </a:solidFill>
                <a:latin typeface="Segoe UI"/>
              </a:rPr>
              <a:t>Presenter note: Explain that this contribution supports keeps integration checks visible.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Member Contribution: Klaudia Kambowe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Project services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017520" cy="1965960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" cy="1965960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45920"/>
            <a:ext cx="2743200" cy="139903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A8B6CC"/>
                </a:solidFill>
                <a:latin typeface="Segoe UI"/>
              </a:rPr>
              <a:t>GitHub / identity: kambowe
Branch: firebase/kambowe-kn-project-services
Workstream: Firebase
Status: Assigned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143000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What this member worked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0876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Create/list/update/delete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Project timestamps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Linked estimates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18688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Why it mattered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8444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provides data operations behind project screens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keeps screen code focused on user experience</a:t>
            </a:r>
          </a:p>
        </p:txBody>
      </p:sp>
      <p:pic>
        <p:nvPicPr>
          <p:cNvPr id="15" name="Picture 14" descr="klaudia-kambow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43000"/>
            <a:ext cx="4480560" cy="3337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4526280"/>
            <a:ext cx="4389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50" b="0">
                <a:solidFill>
                  <a:srgbClr val="7888A3"/>
                </a:solidFill>
                <a:latin typeface="Segoe UI"/>
              </a:rPr>
              <a:t>Visual evidence: assigned app area or subsystem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6070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25C7F7"/>
                </a:solidFill>
                <a:latin typeface="Segoe UI"/>
              </a:rPr>
              <a:t>Presenter note: Explain that this contribution supports provides data operations behind project screens.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Member Contribution: Martha Heita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Validation and errors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017520" cy="1965960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" cy="1965960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45920"/>
            <a:ext cx="2743200" cy="139903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A8B6CC"/>
                </a:solidFill>
                <a:latin typeface="Segoe UI"/>
              </a:rPr>
              <a:t>GitHub / identity: marthandilimengungo-dotcom
Branch: firebase/heita-mn-validation-errors
Workstream: Quality
Status: Assigned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143000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What this member worked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0876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Form validation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Clear user messages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Retry/error states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18688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Why it mattered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8444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helps users correct mistakes before saving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makes failures easier to explain and retry</a:t>
            </a:r>
          </a:p>
        </p:txBody>
      </p:sp>
      <p:pic>
        <p:nvPicPr>
          <p:cNvPr id="15" name="Picture 14" descr="martha-hei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43000"/>
            <a:ext cx="4480560" cy="3337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4526280"/>
            <a:ext cx="4389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50" b="0">
                <a:solidFill>
                  <a:srgbClr val="7888A3"/>
                </a:solidFill>
                <a:latin typeface="Segoe UI"/>
              </a:rPr>
              <a:t>Visual evidence: assigned app area or subsystem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6070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25C7F7"/>
                </a:solidFill>
                <a:latin typeface="Segoe UI"/>
              </a:rPr>
              <a:t>Presenter note: Explain that this contribution supports helps users correct mistakes before saving.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Member Contribution: Michael Kazundire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Firebase rules review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017520" cy="1965960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" cy="1965960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45920"/>
            <a:ext cx="2743200" cy="139903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A8B6CC"/>
                </a:solidFill>
                <a:latin typeface="Segoe UI"/>
              </a:rPr>
              <a:t>GitHub / identity: IcyBeibi68023
Branch: firebase/tjatindi-mk-security-review
Workstream: Security
Status: Assigned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143000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What this member worked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0876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Firestore rules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Storage paths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Owner-only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18688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Why it mattered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8444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protects records through owner-only rules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supports a defensible security explanation</a:t>
            </a:r>
          </a:p>
        </p:txBody>
      </p:sp>
      <p:pic>
        <p:nvPicPr>
          <p:cNvPr id="15" name="Picture 14" descr="michael-kazund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43000"/>
            <a:ext cx="4480560" cy="3337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4526280"/>
            <a:ext cx="4389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50" b="0">
                <a:solidFill>
                  <a:srgbClr val="7888A3"/>
                </a:solidFill>
                <a:latin typeface="Segoe UI"/>
              </a:rPr>
              <a:t>Visual evidence: assigned app area or subsystem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6070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25C7F7"/>
                </a:solidFill>
                <a:latin typeface="Segoe UI"/>
              </a:rPr>
              <a:t>Presenter note: Explain that this contribution supports protects records through owner-only rules.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Member Contribution: Beatha Haipumbu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Estimation workflow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017520" cy="1965960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" cy="1965960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45920"/>
            <a:ext cx="2743200" cy="139903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A8B6CC"/>
                </a:solidFill>
                <a:latin typeface="Segoe UI"/>
              </a:rPr>
              <a:t>GitHub / identity: beathapawana-dot
Branch: firebase/haipumbu-bnp-estimation-workflow
Workstream: Calculation
Status: Assigned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143000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What this member worked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0876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Wall area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Unit quantities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Cost 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18688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Why it mattered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8444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connects form inputs to saved cost summaries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supports the main construction-estimation use case</a:t>
            </a:r>
          </a:p>
        </p:txBody>
      </p:sp>
      <p:pic>
        <p:nvPicPr>
          <p:cNvPr id="15" name="Picture 14" descr="beatha-haipumb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43000"/>
            <a:ext cx="4480560" cy="3337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4526280"/>
            <a:ext cx="4389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50" b="0">
                <a:solidFill>
                  <a:srgbClr val="7888A3"/>
                </a:solidFill>
                <a:latin typeface="Segoe UI"/>
              </a:rPr>
              <a:t>Visual evidence: assigned app area or subsystem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6070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25C7F7"/>
                </a:solidFill>
                <a:latin typeface="Segoe UI"/>
              </a:rPr>
              <a:t>Presenter note: Explain that this contribution supports connects form inputs to saved cost summaries.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Member Contribution: Valentina Correia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Summary formatting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017520" cy="1965960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" cy="1965960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45920"/>
            <a:ext cx="2743200" cy="139903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A8B6CC"/>
                </a:solidFill>
                <a:latin typeface="Segoe UI"/>
              </a:rPr>
              <a:t>GitHub / identity: Valentina-Correia
Branch: firebase/correia-vp-summary-export
Workstream: Reporting
Status: Assigned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143000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What this member worked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0876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BOQ line items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Cost breakdown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Presenter-friendly totals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18688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Why it mattered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8444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makes calculation results easier to present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turns estimates into BOQ-style outputs</a:t>
            </a:r>
          </a:p>
        </p:txBody>
      </p:sp>
      <p:pic>
        <p:nvPicPr>
          <p:cNvPr id="15" name="Picture 14" descr="valentina-corre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43000"/>
            <a:ext cx="4480560" cy="3337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4526280"/>
            <a:ext cx="4389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50" b="0">
                <a:solidFill>
                  <a:srgbClr val="7888A3"/>
                </a:solidFill>
                <a:latin typeface="Segoe UI"/>
              </a:rPr>
              <a:t>Visual evidence: assigned app area or subsystem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6070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25C7F7"/>
                </a:solidFill>
                <a:latin typeface="Segoe UI"/>
              </a:rPr>
              <a:t>Presenter note: Explain that this contribution supports makes calculation results easier to present.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Member Contribution: Hilda Iita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App checks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017520" cy="1965960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" cy="1965960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45920"/>
            <a:ext cx="2743200" cy="139903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A8B6CC"/>
                </a:solidFill>
                <a:latin typeface="Segoe UI"/>
              </a:rPr>
              <a:t>GitHub / identity: next-GenCoder
Branch: firebase/iita-hn-quality-checks
Workstream: Quality
Status: Assigned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143000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What this member worked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0876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Project check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Testing checklist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Export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18688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Why it mattered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8444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confirms required files and quality commands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supports final submission confidence</a:t>
            </a:r>
          </a:p>
        </p:txBody>
      </p:sp>
      <p:pic>
        <p:nvPicPr>
          <p:cNvPr id="15" name="Picture 14" descr="hilda-ii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43000"/>
            <a:ext cx="4480560" cy="3337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4526280"/>
            <a:ext cx="4389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50" b="0">
                <a:solidFill>
                  <a:srgbClr val="7888A3"/>
                </a:solidFill>
                <a:latin typeface="Segoe UI"/>
              </a:rPr>
              <a:t>Visual evidence: assigned app area or subsystem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6070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25C7F7"/>
                </a:solidFill>
                <a:latin typeface="Segoe UI"/>
              </a:rPr>
              <a:t>Presenter note: Explain that this contribution supports confirms required files and quality commands.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Member Contribution: Linus Shikongo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EAS deployment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017520" cy="1965960"/>
          </a:xfrm>
          <a:prstGeom prst="roundRect">
            <a:avLst>
              <a:gd name="adj" fmla="val 8000"/>
            </a:avLst>
          </a:prstGeom>
          <a:solidFill>
            <a:srgbClr val="101B2D"/>
          </a:solidFill>
          <a:ln>
            <a:solidFill>
              <a:srgbClr val="273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" cy="1965960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27432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400" b="1">
                <a:solidFill>
                  <a:srgbClr val="F8FBFF"/>
                </a:solidFill>
                <a:latin typeface="Segoe UI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45920"/>
            <a:ext cx="2743200" cy="1399031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050" b="0">
                <a:solidFill>
                  <a:srgbClr val="A8B6CC"/>
                </a:solidFill>
                <a:latin typeface="Segoe UI"/>
              </a:rPr>
              <a:t>GitHub / identity: Linus45-blid
Branch: firebase/shikongo-lik-eas-deployment
Workstream: Deployment
Status: Assigned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143000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What this member worked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50876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Preview APK path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Build profile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Android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18688"/>
            <a:ext cx="292608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500" b="1">
                <a:solidFill>
                  <a:srgbClr val="F8FBFF"/>
                </a:solidFill>
                <a:latin typeface="Segoe UI"/>
              </a:rPr>
              <a:t>Why it mattered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8444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defines the Android APK delivery path</a:t>
            </a:r>
          </a:p>
          <a:p>
            <a:pPr>
              <a:spcAft>
                <a:spcPts val="400"/>
              </a:spcAft>
              <a:defRPr sz="1150">
                <a:solidFill>
                  <a:srgbClr val="A8B6CC"/>
                </a:solidFill>
                <a:latin typeface="Segoe UI"/>
              </a:defRPr>
            </a:pPr>
            <a:r>
              <a:t>• supports installable demo readiness</a:t>
            </a:r>
          </a:p>
        </p:txBody>
      </p:sp>
      <p:pic>
        <p:nvPicPr>
          <p:cNvPr id="15" name="Picture 14" descr="linus-shikon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143000"/>
            <a:ext cx="4480560" cy="3337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4526280"/>
            <a:ext cx="4389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950" b="0">
                <a:solidFill>
                  <a:srgbClr val="7888A3"/>
                </a:solidFill>
                <a:latin typeface="Segoe UI"/>
              </a:rPr>
              <a:t>Visual evidence: assigned app area or subsystem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60704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00" b="1">
                <a:solidFill>
                  <a:srgbClr val="25C7F7"/>
                </a:solidFill>
                <a:latin typeface="Segoe UI"/>
              </a:rPr>
              <a:t>Presenter note: Explain that this contribution supports defines the Android APK delivery path.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Testing and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Checks documented for the project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npm run check verifies required files and blocks private or wrong-stack files.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Expo Doctor is configured as npm run doctor for Expo project health checks.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Android export is configured through npm run export:android.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Testing checklist covers auth, project workflow, estimation, image workflow, and Android UI.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Firebase rules and storage paths are reviewed as part of the quality story.</a:t>
            </a:r>
          </a:p>
        </p:txBody>
      </p:sp>
      <p:pic>
        <p:nvPicPr>
          <p:cNvPr id="8" name="Picture 7" descr="build-deployment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234440"/>
            <a:ext cx="521208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Debugging Work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Evidence of runtime and quality review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The repository includes crash logs before and after fixes.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Runtime configuration has guard behaviour for missing Firebase values.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Auth state initialization shows a splash screen before routing.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Project check confirms required files and secret-safety expectations.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Final submission checklist tracks Expo Go, EAS, Firebase, and branch readiness.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How to Run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Verified commands from package.json and docs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Install dependencies: npm install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Create local environment file: cp .env.example .env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Start Expo: npm start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Run Android target: npm run android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Run project check: npm run check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Run Expo Doctor: npm run doctor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Export Android bundle: npm run export:android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Build preview APK: npm run build:apk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How Students Continue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Branch and portfolio continuation path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Configure Git identity with the student’s own name and email.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Check out the assigned branch from the task-allocation document.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Work only on the assigned app section or service area.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Run checks before committing.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Push the branch and prepare review evidence.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Use portfolio notes to explain contribution, learning, challenges, and validated files.</a:t>
            </a:r>
          </a:p>
        </p:txBody>
      </p:sp>
      <p:pic>
        <p:nvPicPr>
          <p:cNvPr id="8" name="Picture 7" descr="git-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234440"/>
            <a:ext cx="521208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Demo Script for Monday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Recommended presentation sequence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Introduce SiteSpy as a mobile-first wall-estimation app.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Explain the estimation and collaboration problem.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Show login and account flow.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Show dashboard and project history.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Create or open a project.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Run a manual estimate and show the BOQ summary.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Show image estimate and project details.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Explain Firebase, data model, and security.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Summarize member contributions.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Close with testing, build readiness, and Q&amp;A.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Likely Questions and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Panel preparation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What problem does SiteSpy solve? It makes wall project estimates and saved records easier to produce and present.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Why mobile-first? The app is designed for Android field-style use and student demonstration.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Why Firebase? It provides authentication, Firestore records, storage paths, and deployable rules.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How is user data protected? Rules require authentication and matching user ownership.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How does estimation work? Wall dimensions and rates are converted into unit, mortar, labour, and total cost values.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Can the app expand? Future work can add reporting, offline mode, and additional estimation types.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How was it tested? Through project checks, testing checklist coverage, Expo checks, and Android export path.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Clearly separated from current features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PDF report export for saved estimates.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Additional construction estimation types beyond masonry walls.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Offline mode for field use without consistent network access.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Admin or reviewer mode for classroom assessment.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Improved image measurement workflows.</a:t>
            </a:r>
          </a:p>
          <a:p>
            <a:pPr>
              <a:spcAft>
                <a:spcPts val="400"/>
              </a:spcAft>
              <a:defRPr sz="1600">
                <a:solidFill>
                  <a:srgbClr val="F8FBFF"/>
                </a:solidFill>
                <a:latin typeface="Segoe UI"/>
              </a:defRPr>
            </a:pPr>
            <a:r>
              <a:t>• More reporting, charts, and portfolio evidence exports.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8755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2600" b="1">
                <a:solidFill>
                  <a:srgbClr val="F8FBFF"/>
                </a:solidFill>
                <a:latin typeface="Segoe U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9875520" cy="3017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r>
              <a:rPr sz="1250" b="0">
                <a:solidFill>
                  <a:srgbClr val="A8B6CC"/>
                </a:solidFill>
                <a:latin typeface="Segoe UI"/>
              </a:rPr>
              <a:t>What the team can confidently present</a:t>
            </a:r>
          </a:p>
        </p:txBody>
      </p:sp>
      <p:pic>
        <p:nvPicPr>
          <p:cNvPr id="5" name="Picture 4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080" y="292608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074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SiteSpy is a working mobile-first estimation app built with Expo React Native.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The app supports Firebase-backed user records, projects, estimates, images, and summaries.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The codebase separates screens, components, services, utilities, theme, and configuration.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The collaboration structure documents member ownership and branch responsibilities.</a:t>
            </a:r>
          </a:p>
          <a:p>
            <a:pPr>
              <a:spcAft>
                <a:spcPts val="400"/>
              </a:spcAft>
              <a:defRPr sz="1500">
                <a:solidFill>
                  <a:srgbClr val="F8FBFF"/>
                </a:solidFill>
                <a:latin typeface="Segoe UI"/>
              </a:defRPr>
            </a:pPr>
            <a:r>
              <a:t>• The team can present the app workflow, technical architecture, and individual contributions clearly.</a:t>
            </a:r>
          </a:p>
        </p:txBody>
      </p:sp>
      <p:pic>
        <p:nvPicPr>
          <p:cNvPr id="8" name="Picture 7" descr="so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234440"/>
            <a:ext cx="521208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23444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34640" y="3429000"/>
            <a:ext cx="658368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4000" b="1">
                <a:solidFill>
                  <a:srgbClr val="F8FB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4160520"/>
            <a:ext cx="75895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600" b="0">
                <a:solidFill>
                  <a:srgbClr val="A8B6CC"/>
                </a:solidFill>
                <a:latin typeface="Segoe UI"/>
              </a:rPr>
              <a:t>SiteSpy: secure mobile estimation and project records for the client team.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>
                <a:solidFill>
                  <a:srgbClr val="7888A3"/>
                </a:solidFill>
                <a:latin typeface="Segoe UI"/>
              </a:rPr>
              <a:t>SiteSpy System Presentation | 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